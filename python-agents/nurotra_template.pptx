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>
              <a:defRPr>
                <a:solidFill>
                  <a:srgbClr val="00FFFF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FFFF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  <a:p>
            <a:pPr lvl="1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Second level</a:t>
            </a:r>
          </a:p>
          <a:p>
            <a:pPr lvl="2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Third level</a:t>
            </a:r>
          </a:p>
          <a:p>
            <a:pPr lvl="3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Fourth level</a:t>
            </a:r>
          </a:p>
          <a:p>
            <a:pPr lvl="4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>
                <a:solidFill>
                  <a:srgbClr val="00FFFF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FFFF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  <a:p>
            <a:pPr lvl="1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Second level</a:t>
            </a:r>
          </a:p>
          <a:p>
            <a:pPr lvl="2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Third level</a:t>
            </a:r>
          </a:p>
          <a:p>
            <a:pPr lvl="3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Fourth level</a:t>
            </a:r>
          </a:p>
          <a:p>
            <a:pPr lvl="4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  <a:p>
            <a:pPr lvl="1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Second level</a:t>
            </a:r>
          </a:p>
          <a:p>
            <a:pPr lvl="2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Third level</a:t>
            </a:r>
          </a:p>
          <a:p>
            <a:pPr lvl="3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Fourth level</a:t>
            </a:r>
          </a:p>
          <a:p>
            <a:pPr lvl="4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>
                <a:solidFill>
                  <a:srgbClr val="00FFFF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  <a:p>
            <a:pPr lvl="1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Second level</a:t>
            </a:r>
          </a:p>
          <a:p>
            <a:pPr lvl="2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Third level</a:t>
            </a:r>
          </a:p>
          <a:p>
            <a:pPr lvl="3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Fourth level</a:t>
            </a:r>
          </a:p>
          <a:p>
            <a:pPr lvl="4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  <a:p>
            <a:pPr lvl="1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Second level</a:t>
            </a:r>
          </a:p>
          <a:p>
            <a:pPr lvl="2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Third level</a:t>
            </a:r>
          </a:p>
          <a:p>
            <a:pPr lvl="3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Fourth level</a:t>
            </a:r>
          </a:p>
          <a:p>
            <a:pPr lvl="4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FFFF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>
                <a:solidFill>
                  <a:srgbClr val="00FFFF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  <a:p>
            <a:pPr lvl="1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Second level</a:t>
            </a:r>
          </a:p>
          <a:p>
            <a:pPr lvl="2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Third level</a:t>
            </a:r>
          </a:p>
          <a:p>
            <a:pPr lvl="3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Fourth level</a:t>
            </a:r>
          </a:p>
          <a:p>
            <a:pPr lvl="4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>
                <a:solidFill>
                  <a:srgbClr val="00FFFF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>
                <a:solidFill>
                  <a:srgbClr val="DCDCDC"/>
                </a:solidFill>
                <a:latin typeface="Arial"/>
              </a:defRPr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FFFF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  <a:p>
            <a:pPr lvl="1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Second level</a:t>
            </a:r>
          </a:p>
          <a:p>
            <a:pPr lvl="2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Third level</a:t>
            </a:r>
          </a:p>
          <a:p>
            <a:pPr lvl="3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Fourth level</a:t>
            </a:r>
          </a:p>
          <a:p>
            <a:pPr lvl="4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  <a:p>
            <a:pPr lvl="1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Second level</a:t>
            </a:r>
          </a:p>
          <a:p>
            <a:pPr lvl="2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Third level</a:t>
            </a:r>
          </a:p>
          <a:p>
            <a:pPr lvl="3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Fourth level</a:t>
            </a:r>
          </a:p>
          <a:p>
            <a:pPr lvl="4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