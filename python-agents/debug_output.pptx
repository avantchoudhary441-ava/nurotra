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Second level</a:t>
            </a:r>
          </a:p>
          <a:p>
            <a:pPr lvl="2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Third level</a:t>
            </a:r>
          </a:p>
          <a:p>
            <a:pPr lvl="3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Fourth level</a:t>
            </a:r>
          </a:p>
          <a:p>
            <a:pPr lvl="4">
              <a:defRPr>
                <a:solidFill>
                  <a:srgbClr val="DCDCDC"/>
                </a:solidFill>
                <a:latin typeface="Arial"/>
              </a:defRPr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Patient Care and Reducing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can reduce diagnostic errors by 30%.</a:t>
            </a:r>
          </a:p>
          <a:p>
            <a:pPr/>
            <a:r>
              <a:t>80% of healthcare executives see AI as transformative.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Problem/Background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30% of healthcare costs attributed to inefficiencies.</a:t>
            </a:r>
          </a:p>
          <a:p>
            <a:pPr/>
            <a:r>
              <a:t>20% of patients experience care delays or gaps.</a:t>
            </a:r>
          </a:p>
          <a:p>
            <a:pPr/>
            <a:r>
              <a:t>AI can streamline operations and enhance patient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Machine Learning: Analyzes patient data for predictive insights.</a:t>
            </a:r>
          </a:p>
          <a:p>
            <a:pPr/>
            <a:r>
              <a:t>Natural Language Processing: Interprets clinical notes for better understanding.</a:t>
            </a:r>
          </a:p>
          <a:p>
            <a:pPr/>
            <a:r>
              <a:t>Robotics: Assists in surgeries, improving precision and recovery time.</a:t>
            </a:r>
          </a:p>
          <a:p>
            <a:pPr/>
            <a:r>
              <a:t>Applications: Early diagnosis, personalized treatment plans, remote patient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