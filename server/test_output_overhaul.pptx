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460925895917-afdab827c52f" ContentType="image/photo-1460925895917-afdab827c52f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Q1 Revenue Growth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Growth</c:v>
                </c:pt>
              </c:strCache>
            </c:strRef>
          </c:tx>
          <c:spPr>
            <a:solidFill>
              <a:srgbClr val="00CE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EC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5555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9999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60</c:v>
                </c:pt>
                <c:pt idx="2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1E2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649224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CEC9"/>
                </a:solidFill>
              </a:rPr>
              <a:t>Nurotra Intelligence Suite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hoto-1460925895917-afdab827c52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0" y="1800225"/>
            <a:ext cx="45720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CE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Nurotra Professional Overhaul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1645920"/>
          <a:ext cx="8229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CE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Performance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2743200" cy="45720"/>
          </a:xfrm>
          <a:prstGeom prst="rect">
            <a:avLst/>
          </a:prstGeom>
          <a:solidFill>
            <a:srgbClr val="00CEC9">
              <a:alpha val="7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CE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Pillars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45720"/>
          </a:xfrm>
          <a:prstGeom prst="rect">
            <a:avLst/>
          </a:prstGeom>
          <a:solidFill>
            <a:srgbClr val="00CEC9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5603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E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Pixel-perfect alignment and professional layouts.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5603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55448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E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Dynamic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83280" y="201168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Component-based architecture for infinite flexibility.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5603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55448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E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17920" y="201168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Tailored for high-end executive presentations.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E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SWOT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45720"/>
          </a:xfrm>
          <a:prstGeom prst="rect">
            <a:avLst/>
          </a:prstGeom>
          <a:solidFill>
            <a:srgbClr val="00CEC9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39319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CE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E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STRENGTHS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Engine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Integration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463040"/>
            <a:ext cx="39319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55448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WEAKNESSES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54880" y="201168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Complexity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Density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39319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93192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OPPORTUNITIES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Global Market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New Verticals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3840480"/>
            <a:ext cx="39319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1C40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93192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C4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THREATS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438912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Competitors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 Shifts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CE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 2026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45720"/>
          </a:xfrm>
          <a:prstGeom prst="rect">
            <a:avLst/>
          </a:prstGeom>
          <a:solidFill>
            <a:srgbClr val="00CEC9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0"/>
            <a:ext cx="8229600" cy="0"/>
          </a:xfrm>
          <a:prstGeom prst="line">
            <a:avLst/>
          </a:prstGeom>
          <a:noFill/>
          <a:ln w="38100">
            <a:solidFill>
              <a:srgbClr val="00CE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3474720"/>
            <a:ext cx="365760" cy="365760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3474720"/>
            <a:ext cx="365760" cy="365760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411480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3474720"/>
            <a:ext cx="365760" cy="365760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274320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Optimization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3474720"/>
            <a:ext cx="365760" cy="365760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411480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Dominance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CE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45720"/>
          </a:xfrm>
          <a:prstGeom prst="rect">
            <a:avLst/>
          </a:prstGeom>
          <a:solidFill>
            <a:srgbClr val="00CEC9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920240" cy="164592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Active Users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2.4M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920240" cy="164592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55448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Growth Rate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210312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+145%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920240" cy="164592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5448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Retention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10312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92%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766560" y="1371600"/>
            <a:ext cx="1920240" cy="164592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55448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10312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$42M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460925895917-afdab827c52f?w=8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0" y="10287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E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 Narrative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114800" y="1800225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Engaging visuals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Professional typography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 grid system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2026-03-15T03:44:53Z</dcterms:created>
  <dcterms:modified xsi:type="dcterms:W3CDTF">2026-03-15T03:44:53Z</dcterms:modified>
</cp:coreProperties>
</file>