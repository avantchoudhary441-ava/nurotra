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E5FF"/>
                </a:solidFill>
                <a:latin typeface="Century Gothic"/>
              </a:defRPr>
            </a:pPr>
            <a:r>
              <a:t>AI IS REVOLUTIONIZING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entury Gothic"/>
              </a:defRPr>
            </a:pPr>
            <a:r>
              <a:t>AI is revolutionizing healthcare, transforming patient outcomes.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CHALLENGES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Century Gothic"/>
              </a:defRPr>
            </a:pPr>
            <a:r>
              <a:t>• Diagnostic errors lead to a significant number of patient deaths.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Century Gothic"/>
              </a:defRPr>
            </a:pPr>
            <a:r>
              <a:t>• One-size-fits-all treatments fail diverse patient needs.</a:t>
            </a:r>
          </a:p>
          <a:p>
            <a:pPr>
              <a:spcAft>
                <a:spcPts val="1400"/>
              </a:spcAft>
              <a:defRPr sz="1800" b="0">
                <a:solidFill>
                  <a:srgbClr val="FFFFFF"/>
                </a:solidFill>
                <a:latin typeface="Century Gothic"/>
              </a:defRPr>
            </a:pPr>
            <a:r>
              <a:t>• Traditional methods often overlook critical data insights.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828800"/>
            <a:ext cx="3657600" cy="4114800"/>
          </a:xfrm>
          <a:prstGeom prst="rect">
            <a:avLst/>
          </a:prstGeom>
          <a:solidFill>
            <a:srgbClr val="00E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21212"/>
                </a:solidFill>
                <a:latin typeface="Century Gothic"/>
              </a:defRPr>
            </a:pPr>
            <a:r>
              <a:t>Visual Concept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entury Gothic"/>
              </a:defRPr>
            </a:pPr>
            <a:r>
              <a:t>CORE CONCEPTS OF AI IN HEALTHCARE</a:t>
            </a:r>
          </a:p>
        </p:txBody>
      </p:sp>
      <p:pic>
        <p:nvPicPr>
          <p:cNvPr id="4" name="Picture 3" descr="tmpwzz4u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0" y="18288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 b="0">
                <a:solidFill>
                  <a:srgbClr val="FFFFFF"/>
                </a:solidFill>
                <a:latin typeface="Century Gothic"/>
              </a:defRPr>
            </a:pPr>
            <a:r>
              <a:t>■ Definition of AI in Healthcare: Encompasses machine learning, data analytics, and robotics.</a:t>
            </a:r>
          </a:p>
          <a:p>
            <a:pPr>
              <a:spcAft>
                <a:spcPts val="1400"/>
              </a:spcAft>
              <a:defRPr sz="1600" b="0">
                <a:solidFill>
                  <a:srgbClr val="FFFFFF"/>
                </a:solidFill>
                <a:latin typeface="Century Gothic"/>
              </a:defRPr>
            </a:pPr>
            <a:r>
              <a:t>■ Key Areas of Impact: Diagnostics and Personalized Medicine.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