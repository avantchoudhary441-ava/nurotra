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>
                <a:solidFill>
                  <a:srgbClr val="007BFF"/>
                </a:solidFill>
                <a:latin typeface="Arial Black"/>
              </a:rPr>
              <a:t>THE FUTURE OF AI IN HEALTHCARE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AB2BD"/>
                </a:solidFill>
                <a:latin typeface="Arial"/>
              </a:rPr>
              <a:t>Revolutionizing Diagnostics and Personalized Medicine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2834640"/>
            <a:ext cx="1828800" cy="27432"/>
          </a:xfrm>
          <a:prstGeom prst="rect">
            <a:avLst/>
          </a:prstGeom>
          <a:solidFill>
            <a:srgbClr val="007B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" cy="5143500"/>
          </a:xfrm>
          <a:prstGeom prst="rect">
            <a:avLst/>
          </a:prstGeom>
          <a:solidFill>
            <a:srgbClr val="007B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7BFF"/>
                </a:solidFill>
                <a:latin typeface="Arial Black"/>
              </a:rPr>
              <a:t>AI and Diagnostics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560320" cy="32004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23774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  <a:latin typeface="Arial"/>
              </a:defRPr>
            </a:pPr>
            <a:r>
              <a:t>Enhanced Imaging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32004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280160"/>
            <a:ext cx="23774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  <a:latin typeface="Arial"/>
              </a:defRPr>
            </a:pPr>
            <a:r>
              <a:t>Predictive Analytics for Disease Prevention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188720"/>
            <a:ext cx="2560320" cy="32004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79" y="1280160"/>
            <a:ext cx="23774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  <a:latin typeface="Arial"/>
              </a:defRPr>
            </a:pPr>
            <a:r>
              <a:t>Automated Pathology Detection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" cy="5143500"/>
          </a:xfrm>
          <a:prstGeom prst="rect">
            <a:avLst/>
          </a:prstGeom>
          <a:solidFill>
            <a:srgbClr val="007B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7BFF"/>
                </a:solidFill>
                <a:latin typeface="Arial Black"/>
              </a:rPr>
              <a:t>Personalized Medicine through AI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314698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54880" y="118872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  <a:latin typeface="Arial"/>
              </a:defRPr>
            </a:pPr>
            <a:r>
              <a:t>Tailored Treatment Plans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  <a:latin typeface="Arial"/>
              </a:defRPr>
            </a:pPr>
            <a:r>
              <a:t>Genomic Data Analysis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  <a:latin typeface="Arial"/>
              </a:defRPr>
            </a:pPr>
            <a:r>
              <a:t>Real-time Patient Monitoring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